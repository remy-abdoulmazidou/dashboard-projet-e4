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Dashboard analytique — Visualisation des données microstructurales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AAAAA"/>
                </a:solidFill>
                <a:latin typeface="Calibri"/>
              </a:rPr>
              <a:t>Rémy ABDOUL MAZIDOU  ·  Projet E4 DSIA  ·  ESIEE Paris  ·  2024-2025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86AB"/>
                </a:solidFill>
                <a:latin typeface="Calibri"/>
              </a:rPr>
              <a:t>Soutenance de mi-projet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Ma contribution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0972800" cy="2011680"/>
          </a:xfrm>
          <a:prstGeom prst="rect">
            <a:avLst/>
          </a:prstGeom>
          <a:solidFill>
            <a:srgbClr val="1A1D2E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  <a:latin typeface="Calibri"/>
              </a:rPr>
              <a:t>  •  Développement d'un dashboard web interactif en Python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  •  Objectif : rendre les données du projet exploitables sans écrire de code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  •  Visualisation des fichiers CSV produits par l'algorithme d'analyse d'images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  •  Pour l'instant : données simulées, en attente des vraies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6AB"/>
                </a:solidFill>
                <a:latin typeface="Calibri"/>
              </a:rPr>
              <a:t>Stack technique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alibri"/>
              </a:rPr>
              <a:t>  •  Python 3.11 + Plotly Dash</a:t>
            </a:r>
          </a:p>
          <a:p>
            <a:r>
              <a:rPr sz="1500">
                <a:solidFill>
                  <a:srgbClr val="FFFFFF"/>
                </a:solidFill>
                <a:latin typeface="Calibri"/>
              </a:rPr>
              <a:t>  •  Pandas / NumPy</a:t>
            </a:r>
          </a:p>
          <a:p>
            <a:r>
              <a:rPr sz="1500">
                <a:solidFill>
                  <a:srgbClr val="FFFFFF"/>
                </a:solidFill>
                <a:latin typeface="Calibri"/>
              </a:rPr>
              <a:t>  •  Dash Bootstrap Components</a:t>
            </a:r>
          </a:p>
          <a:p>
            <a:r>
              <a:rPr sz="1500">
                <a:solidFill>
                  <a:srgbClr val="FFFFFF"/>
                </a:solidFill>
                <a:latin typeface="Calibri"/>
              </a:rPr>
              <a:t>  •  VS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7490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6AB"/>
                </a:solidFill>
                <a:latin typeface="Calibri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206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alibri"/>
              </a:rPr>
              <a:t>  •  Code modulaire (un fichier par onglet)</a:t>
            </a:r>
          </a:p>
          <a:p>
            <a:r>
              <a:rPr sz="1500">
                <a:solidFill>
                  <a:srgbClr val="FFFFFF"/>
                </a:solidFill>
                <a:latin typeface="Calibri"/>
              </a:rPr>
              <a:t>  •  4 onglets indépendants</a:t>
            </a:r>
          </a:p>
          <a:p>
            <a:r>
              <a:rPr sz="1500">
                <a:solidFill>
                  <a:srgbClr val="FFFFFF"/>
                </a:solidFill>
                <a:latin typeface="Calibri"/>
              </a:rPr>
              <a:t>  •  Filtres interactifs par matériau</a:t>
            </a:r>
          </a:p>
          <a:p>
            <a:r>
              <a:rPr sz="1500">
                <a:solidFill>
                  <a:srgbClr val="FFFFFF"/>
                </a:solidFill>
                <a:latin typeface="Calibri"/>
              </a:rPr>
              <a:t>  •  Thème sombre, graphiques uniformes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Pourquoi un dashboard analytique 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54480"/>
            <a:ext cx="2651760" cy="2103120"/>
          </a:xfrm>
          <a:prstGeom prst="rect">
            <a:avLst/>
          </a:prstGeom>
          <a:solidFill>
            <a:srgbClr val="1A1D2E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AB"/>
                </a:solidFill>
                <a:latin typeface="Calibri"/>
              </a:rPr>
              <a:t>Centralisation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Toutes les données du projet en un seul endroit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554480"/>
            <a:ext cx="2651760" cy="2103120"/>
          </a:xfrm>
          <a:prstGeom prst="rect">
            <a:avLst/>
          </a:prstGeom>
          <a:solidFill>
            <a:srgbClr val="1A1D2E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6916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AB"/>
                </a:solidFill>
                <a:latin typeface="Calibri"/>
              </a:rPr>
              <a:t>Accessibilité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2402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Utilisable sans compétences en programmation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2651760" cy="2103120"/>
          </a:xfrm>
          <a:prstGeom prst="rect">
            <a:avLst/>
          </a:prstGeom>
          <a:solidFill>
            <a:srgbClr val="1A1D2E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916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AB"/>
                </a:solidFill>
                <a:latin typeface="Calibri"/>
              </a:rPr>
              <a:t>Exploration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Identifier des tendances avant toute modélisation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1554480"/>
            <a:ext cx="2651760" cy="2103120"/>
          </a:xfrm>
          <a:prstGeom prst="rect">
            <a:avLst/>
          </a:prstGeom>
          <a:solidFill>
            <a:srgbClr val="1A1D2E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16916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AB"/>
                </a:solidFill>
                <a:latin typeface="Calibri"/>
              </a:rPr>
              <a:t>Communication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2402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Présenter les résultats clairement aux encadrants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  <a:latin typeface="Calibri"/>
              </a:rPr>
              <a:t>Dans ce projet, la visualisation est une étape analytique à part entière :
elle permet de relier paramètres microstructuraux et propriétés acoustiques,
et d'orienter les choix pour la modélisation.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Le dashboard — 4 onglets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54480"/>
            <a:ext cx="2651760" cy="2926080"/>
          </a:xfrm>
          <a:prstGeom prst="rect">
            <a:avLst/>
          </a:prstGeom>
          <a:solidFill>
            <a:srgbClr val="1A1D2E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6AB"/>
                </a:solidFill>
                <a:latin typeface="Calibri"/>
              </a:rPr>
              <a:t>Vue d'ensemble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KPIs + tableau comparatif
de tous les matériaux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554480"/>
            <a:ext cx="2651760" cy="2926080"/>
          </a:xfrm>
          <a:prstGeom prst="rect">
            <a:avLst/>
          </a:prstGeom>
          <a:solidFill>
            <a:srgbClr val="1A1D2E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6916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6AB"/>
                </a:solidFill>
                <a:latin typeface="Calibri"/>
              </a:rPr>
              <a:t>Morphologie des fibres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774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Distribution des diamètres
Boxplot + courbe de densité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2651760" cy="2926080"/>
          </a:xfrm>
          <a:prstGeom prst="rect">
            <a:avLst/>
          </a:prstGeom>
          <a:solidFill>
            <a:srgbClr val="1A1D2E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916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6AB"/>
                </a:solidFill>
                <a:latin typeface="Calibri"/>
              </a:rPr>
              <a:t>Propriétés acoustiques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774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Courbes d'absorption
Porosité vs résistivité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1554480"/>
            <a:ext cx="2651760" cy="2926080"/>
          </a:xfrm>
          <a:prstGeom prst="rect">
            <a:avLst/>
          </a:prstGeom>
          <a:solidFill>
            <a:srgbClr val="1A1D2E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6916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6AB"/>
                </a:solidFill>
                <a:latin typeface="Calibri"/>
              </a:rPr>
              <a:t>Comparaison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3774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Barres par fréquence
Diamètre vs absorption à 1 kHz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  <a:latin typeface="Calibri"/>
              </a:rPr>
              <a:t>[ Insérer ici une capture d'écran du dashboard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Démonstration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solidFill>
            <a:srgbClr val="1A1D2E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Calibri"/>
              </a:rPr>
              <a:t>[ Capture d'écran ou démo en direct du dashboard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Et après 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0972800" cy="2286000"/>
          </a:xfrm>
          <a:prstGeom prst="rect">
            <a:avLst/>
          </a:prstGeom>
          <a:solidFill>
            <a:srgbClr val="1A1D2E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  <a:latin typeface="Calibri"/>
              </a:rPr>
              <a:t>  •  Intégrer les vraies données dès qu'elles seront disponibles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  •  Vérifier la cohérence des graphiques avec des valeurs réelles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  •  Ajouter de nouveaux graphiques selon les besoins du projet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  •  L'outil est conçu pour évoluer facilement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AB"/>
                </a:solidFill>
                <a:latin typeface="Calibri"/>
              </a:rPr>
              <a:t>Le dashboard est fonctionnel et prêt à recevoir les vraies données.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